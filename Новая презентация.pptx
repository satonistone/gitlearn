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3212d305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3212d305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3212d3058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3212d3058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3212d3058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3212d3058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3212d3058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3212d3058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3212d3058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3212d3058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3212d3058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3212d3058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3212d3058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3212d3058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824000" y="921738"/>
            <a:ext cx="4255500" cy="18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Интерактивное приложение для обучения git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Подготовили : Гаврилов Н.  Цветков И.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Данное приложение помогает обучиться git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одном месте с возможностью проверить себя сразу в терминале.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Стек технологий: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Flask - фреймворк для создания веб-приложений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Flask-SQLAlchemy - работа с бд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Flask-Login - управление сессиями пользователей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Flask-WTF - Интеграция веб-форм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ps</a:t>
            </a:r>
            <a:r>
              <a:rPr lang="ru"/>
              <a:t>ycopg2</a:t>
            </a:r>
            <a:r>
              <a:rPr lang="ru"/>
              <a:t>-binary - драйвер для подключения к PostgreSQL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email-validator - Проверка email адресов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gunicorn - запуск приложения на сервере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326" y="0"/>
            <a:ext cx="6401352" cy="41945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3265650" y="4409075"/>
            <a:ext cx="261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пример главного окна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513" y="0"/>
            <a:ext cx="5986976" cy="44004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3192150" y="4460975"/>
            <a:ext cx="275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Пример окна прогресса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заключение хотелось сказать что данный проект оказался очень интересным и полезным 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/>
        </p:nvSpPr>
        <p:spPr>
          <a:xfrm>
            <a:off x="141300" y="204750"/>
            <a:ext cx="49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Спасибо за внимание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513300" y="4556150"/>
            <a:ext cx="780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Ссылка на репозиторий:https://github.com/SatoNistOne/GitLearn.git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50" y="904875"/>
            <a:ext cx="33147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